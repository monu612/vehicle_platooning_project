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FFF"/>
                </a:solidFill>
              </a:defRPr>
            </a:pPr>
            <a:r>
              <a:t>Adaptive Smart ACO Based Robust Communication</a:t>
            </a:r>
            <a:br/>
            <a:r>
              <a:t>for Vehicle Platooning using Spider-Web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By: [Student Name(s)] | Roll No: [Roll No(s)]</a:t>
            </a:r>
            <a:br/>
            <a:r>
              <a:t>Dept. of Electronics and Telecommunication Engineering</a:t>
            </a:r>
            <a:br/>
            <a:r>
              <a:t>[College Name]</a:t>
            </a:r>
            <a:br/>
            <a:r>
              <a:t>Under Guidance of: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Introduction to Vehicle Platooning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Platooning connects multiple vehicles in a coordinated convoy.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Driven by a leader, followed tightly by slaves.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Benefits: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Reduced fuel consumption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Better traffic flow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Automated driving coordination</a:t>
            </a:r>
          </a:p>
        </p:txBody>
      </p:sp>
      <p:pic>
        <p:nvPicPr>
          <p:cNvPr id="4" name="Picture 3" descr="plat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9144000" cy="20013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Communication failure leads to catastrophic consequences: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Unsafe spacing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Delayed braking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Coordination loss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High collision risk</a:t>
            </a:r>
          </a:p>
        </p:txBody>
      </p:sp>
      <p:pic>
        <p:nvPicPr>
          <p:cNvPr id="4" name="Picture 3" descr="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9144000" cy="2001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Existing Communication Model (Star Topology)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Master node directly controls all slaves.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Problem: Single Point of Failure.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If one link breaks, communication is permanently lost.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Lack of path redundancy.</a:t>
            </a:r>
          </a:p>
        </p:txBody>
      </p:sp>
      <p:pic>
        <p:nvPicPr>
          <p:cNvPr id="4" name="Picture 3" descr="star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1525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Proposed Spider-Web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Mesh-like communication links.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Redundant multi-hop architecture.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If a direct link fails, packets route through neighbors.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Ensures structural robustness.</a:t>
            </a:r>
          </a:p>
        </p:txBody>
      </p:sp>
      <p:pic>
        <p:nvPicPr>
          <p:cNvPr id="4" name="Picture 3" descr="spider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6050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Why Classical ACO is Insufficient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Fixed Alpha, Beta, and Rho parameters.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Cannot adapt dynamically to network congestion.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Slow response during cascading link failures.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Unnecessary latency and premature convergence.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Suboptimal paths in high-stress scenarios.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Proposed Upgrade: Adaptive Smart ACO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Introduces real-time dynamic parameter adjustment.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10058400" cy="123880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AS-ACO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System continuously monitors: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Congestion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Reliability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Link failures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Dynamically adjusts parameters instantly.</a:t>
            </a:r>
          </a:p>
        </p:txBody>
      </p:sp>
      <p:pic>
        <p:nvPicPr>
          <p:cNvPr id="4" name="Picture 3" descr="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58385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Adaptive Parameter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Alpha = Pheromone trust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Beta = Heuristic influence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Rho = Pheromone evaporation</a:t>
            </a:r>
          </a:p>
        </p:txBody>
      </p:sp>
      <p:pic>
        <p:nvPicPr>
          <p:cNvPr id="4" name="Picture 3" descr="math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400800" cy="1741124"/>
          </a:xfrm>
          <a:prstGeom prst="rect">
            <a:avLst/>
          </a:prstGeom>
        </p:spPr>
      </p:pic>
      <p:pic>
        <p:nvPicPr>
          <p:cNvPr id="5" name="Picture 4" descr="math_b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00400"/>
            <a:ext cx="6400800" cy="1741124"/>
          </a:xfrm>
          <a:prstGeom prst="rect">
            <a:avLst/>
          </a:prstGeom>
        </p:spPr>
      </p:pic>
      <p:pic>
        <p:nvPicPr>
          <p:cNvPr id="6" name="Picture 5" descr="math_r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72000"/>
            <a:ext cx="6400800" cy="17411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Network Monitoring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Continuously calculates real-time network health.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Computes Instability Metric dynamically.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Triggers adaptive routing adjustments.</a:t>
            </a:r>
          </a:p>
        </p:txBody>
      </p:sp>
      <p:pic>
        <p:nvPicPr>
          <p:cNvPr id="4" name="Picture 3" descr="math_ins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657600"/>
            <a:ext cx="5486400" cy="1492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Route Selection Algorithm</a:t>
            </a:r>
          </a:p>
        </p:txBody>
      </p:sp>
      <p:pic>
        <p:nvPicPr>
          <p:cNvPr id="3" name="Picture 2" descr="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258385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Mathematical Path Scoring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Evaluates candidate paths based on: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Pheromone density (τ)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Link reliability (r)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Latency weight (w)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Congestion factor (g)</a:t>
            </a:r>
          </a:p>
        </p:txBody>
      </p:sp>
      <p:pic>
        <p:nvPicPr>
          <p:cNvPr id="4" name="Picture 3" descr="math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10058400" cy="27360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Dynamic Pheromone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Evaporates old pheromones using dynamic Rho.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Deposits fresh pheromones inversely proportional to path length (L_P).</a:t>
            </a:r>
          </a:p>
        </p:txBody>
      </p:sp>
      <p:pic>
        <p:nvPicPr>
          <p:cNvPr id="4" name="Picture 3" descr="math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657600"/>
            <a:ext cx="5486400" cy="1492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Evaluation Metrics</a:t>
            </a:r>
          </a:p>
        </p:txBody>
      </p:sp>
      <p:pic>
        <p:nvPicPr>
          <p:cNvPr id="3" name="Picture 2" descr="math_p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1243660"/>
          </a:xfrm>
          <a:prstGeom prst="rect">
            <a:avLst/>
          </a:prstGeom>
        </p:spPr>
      </p:pic>
      <p:pic>
        <p:nvPicPr>
          <p:cNvPr id="4" name="Picture 3" descr="math_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4572000" cy="1243660"/>
          </a:xfrm>
          <a:prstGeom prst="rect">
            <a:avLst/>
          </a:prstGeom>
        </p:spPr>
      </p:pic>
      <p:pic>
        <p:nvPicPr>
          <p:cNvPr id="5" name="Picture 4" descr="math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86400"/>
            <a:ext cx="4572000" cy="12436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PDR: High reliability indicator.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Latency: Fast decision making.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Redundancy: Optimization check.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Simulation Environment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Python 3.10+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NetworkX (Topology &amp; Graphs)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Matplotlib (Real-time Analytics)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Tkinter (Interactive Dashboard)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Modular Architecture: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network.py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aco.py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simulation.py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• ui.py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Performance Comparison (Table)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22860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>
                    <a:solidFill>
                      <a:srgbClr val="0064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>
                    <a:solidFill>
                      <a:srgbClr val="0064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Classical ACO</a:t>
                      </a:r>
                    </a:p>
                  </a:txBody>
                  <a:tcPr>
                    <a:solidFill>
                      <a:srgbClr val="0064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AS-ACO</a:t>
                      </a:r>
                    </a:p>
                  </a:txBody>
                  <a:tcPr>
                    <a:solidFill>
                      <a:srgbClr val="0064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Packet Delivery Ratio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65%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98%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Average Latency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45.2 ms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32.1 ms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21.5 ms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Average Redundancy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3.8 hops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2.5 hops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2.1 hops</a:t>
                      </a:r>
                    </a:p>
                  </a:txBody>
                  <a:tcPr>
                    <a:solidFill>
                      <a:srgbClr val="141E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Performance Benchmarks</a:t>
            </a:r>
          </a:p>
        </p:txBody>
      </p:sp>
      <p:pic>
        <p:nvPicPr>
          <p:cNvPr id="3" name="Picture 2" descr="chart_p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808093"/>
          </a:xfrm>
          <a:prstGeom prst="rect">
            <a:avLst/>
          </a:prstGeom>
        </p:spPr>
      </p:pic>
      <p:pic>
        <p:nvPicPr>
          <p:cNvPr id="4" name="Picture 3" descr="chart_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28800"/>
            <a:ext cx="3657600" cy="2831844"/>
          </a:xfrm>
          <a:prstGeom prst="rect">
            <a:avLst/>
          </a:prstGeom>
        </p:spPr>
      </p:pic>
      <p:pic>
        <p:nvPicPr>
          <p:cNvPr id="5" name="Picture 4" descr="chart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828800"/>
            <a:ext cx="3657600" cy="28080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Advantages of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✔ Superior Fault Tolerance &amp; Reliability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✔ Real-time Dynamic Routing Intelligence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✔ Zero Single-Point-of-Failure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✔ Instant Response to Congestion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✔ Lower Latency &amp; High PDR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CARLA / SUMO Simulator Integration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Implementation of Reinforcement Learning (RL)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5G V2X Communication Modeling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Real-world Autonomous Vehicle Integration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Adaptive Smart ACO successfully solves the critical limitations of Classical ACO.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By dynamically adjusting its routing behavior based on real-time network conditions, the system ensures maximum reliability.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This paves the way for highly intelligent and robust communication in next-generation autonomous vehicle platooning.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FFFF"/>
                </a:solidFill>
              </a:defRPr>
            </a:pPr>
            <a:r>
              <a:t>Thank You</a:t>
            </a:r>
            <a:br/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